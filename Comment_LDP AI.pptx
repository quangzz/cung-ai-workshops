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jPWVnUDtokbWqQ1VFxIHnBlwbd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b2590e53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b2590e5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06374"/>
            <a:ext cx="12225404" cy="584525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/>
          <p:nvPr/>
        </p:nvSpPr>
        <p:spPr>
          <a:xfrm>
            <a:off x="3764918" y="5099222"/>
            <a:ext cx="2347784" cy="250653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967427" y="1008650"/>
            <a:ext cx="676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Đổi Headline thành: MÙ MỜ AI, BẠN </a:t>
            </a: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CÓ THỂ BỊ TỤT LẠI PHÍA SAU</a:t>
            </a:r>
            <a:endParaRPr/>
          </a:p>
        </p:txBody>
      </p:sp>
      <p:cxnSp>
        <p:nvCxnSpPr>
          <p:cNvPr id="89" name="Google Shape;89;p1"/>
          <p:cNvCxnSpPr/>
          <p:nvPr/>
        </p:nvCxnSpPr>
        <p:spPr>
          <a:xfrm flipH="1" rot="10800000">
            <a:off x="4720281" y="1424024"/>
            <a:ext cx="494270" cy="26361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90" name="Google Shape;90;p1"/>
          <p:cNvSpPr/>
          <p:nvPr/>
        </p:nvSpPr>
        <p:spPr>
          <a:xfrm>
            <a:off x="1985543" y="1890172"/>
            <a:ext cx="4127100" cy="1409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1"/>
          <p:cNvCxnSpPr/>
          <p:nvPr/>
        </p:nvCxnSpPr>
        <p:spPr>
          <a:xfrm>
            <a:off x="5214551" y="5481680"/>
            <a:ext cx="428368" cy="367665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92" name="Google Shape;92;p1"/>
          <p:cNvSpPr txBox="1"/>
          <p:nvPr/>
        </p:nvSpPr>
        <p:spPr>
          <a:xfrm>
            <a:off x="5688228" y="5651875"/>
            <a:ext cx="5976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Đổi thành: Ưu đãi khi đăng ký sớm trước ngày 26/09/2026 hoặc đăng ký nhóm 3 người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44373"/>
            <a:ext cx="12192000" cy="516925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/>
          <p:nvPr/>
        </p:nvSpPr>
        <p:spPr>
          <a:xfrm>
            <a:off x="4281614" y="1120346"/>
            <a:ext cx="3742042" cy="70527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2"/>
          <p:cNvCxnSpPr/>
          <p:nvPr/>
        </p:nvCxnSpPr>
        <p:spPr>
          <a:xfrm>
            <a:off x="8229601" y="1510349"/>
            <a:ext cx="68374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02" name="Google Shape;102;p2"/>
          <p:cNvSpPr txBox="1"/>
          <p:nvPr/>
        </p:nvSpPr>
        <p:spPr>
          <a:xfrm>
            <a:off x="9053384" y="1121623"/>
            <a:ext cx="303152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Sửa thành: </a:t>
            </a:r>
            <a:b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Nếu hằng ngày bạn vẫn đang cảm thấy: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2627870" y="3016590"/>
            <a:ext cx="3122141" cy="550396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2"/>
          <p:cNvCxnSpPr/>
          <p:nvPr/>
        </p:nvCxnSpPr>
        <p:spPr>
          <a:xfrm rot="10800000">
            <a:off x="1758778" y="2700327"/>
            <a:ext cx="762000" cy="51237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05" name="Google Shape;105;p2"/>
          <p:cNvSpPr txBox="1"/>
          <p:nvPr/>
        </p:nvSpPr>
        <p:spPr>
          <a:xfrm>
            <a:off x="220362" y="1658937"/>
            <a:ext cx="303152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Sửa thành: </a:t>
            </a:r>
            <a:b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Dùng thử Chat GPT nhưng kết quả trả về chung chung không áp dụng được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9380838" y="2507089"/>
            <a:ext cx="270407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Sửa thành: </a:t>
            </a:r>
            <a:b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Bội thực giữa một rừng tool mới, không biết cần tool nào và bắt đầu học từ đâu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220362" y="5068659"/>
            <a:ext cx="406125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Sửa thành: </a:t>
            </a:r>
            <a:b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 lắng, bất an vì đồng nghiệp xài AI vèo vèo, mình vẫn cặm cụi làm thủ công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8023656" y="5032376"/>
            <a:ext cx="406125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Sửa thành: </a:t>
            </a:r>
            <a:b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Dùng AI để nhanh hơn, nhưng càng dùng càng mất thời gian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2664940" y="4447039"/>
            <a:ext cx="3122141" cy="429761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2"/>
          <p:cNvCxnSpPr/>
          <p:nvPr/>
        </p:nvCxnSpPr>
        <p:spPr>
          <a:xfrm flipH="1">
            <a:off x="3183667" y="4947882"/>
            <a:ext cx="717205" cy="35082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11" name="Google Shape;111;p2"/>
          <p:cNvSpPr/>
          <p:nvPr/>
        </p:nvSpPr>
        <p:spPr>
          <a:xfrm>
            <a:off x="6287402" y="4558146"/>
            <a:ext cx="3122141" cy="473287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2"/>
          <p:cNvCxnSpPr/>
          <p:nvPr/>
        </p:nvCxnSpPr>
        <p:spPr>
          <a:xfrm>
            <a:off x="7369522" y="5197752"/>
            <a:ext cx="540866" cy="214507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13" name="Google Shape;113;p2"/>
          <p:cNvSpPr/>
          <p:nvPr/>
        </p:nvSpPr>
        <p:spPr>
          <a:xfrm>
            <a:off x="6287402" y="3050838"/>
            <a:ext cx="2889549" cy="473287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2"/>
          <p:cNvCxnSpPr/>
          <p:nvPr/>
        </p:nvCxnSpPr>
        <p:spPr>
          <a:xfrm flipH="1" rot="10800000">
            <a:off x="8646319" y="2644166"/>
            <a:ext cx="627427" cy="240353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29784"/>
            <a:ext cx="12192000" cy="479843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"/>
          <p:cNvSpPr/>
          <p:nvPr/>
        </p:nvSpPr>
        <p:spPr>
          <a:xfrm>
            <a:off x="6096000" y="4151870"/>
            <a:ext cx="2759676" cy="527222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3"/>
          <p:cNvCxnSpPr/>
          <p:nvPr/>
        </p:nvCxnSpPr>
        <p:spPr>
          <a:xfrm flipH="1" rot="10800000">
            <a:off x="8995719" y="4234249"/>
            <a:ext cx="387178" cy="156519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24" name="Google Shape;124;p3"/>
          <p:cNvSpPr txBox="1"/>
          <p:nvPr/>
        </p:nvSpPr>
        <p:spPr>
          <a:xfrm>
            <a:off x="9555892" y="3632886"/>
            <a:ext cx="24384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Sửa thành: </a:t>
            </a:r>
            <a:b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Có cơ hội thăng tiến lên vị trí quản lý nhờ tư duy và khả năng sử dụng AI hiệu quả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30" name="Google Shape;130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0"/>
            <a:ext cx="10515600" cy="40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9293" y="4076800"/>
            <a:ext cx="9434266" cy="27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/>
          <p:nvPr/>
        </p:nvSpPr>
        <p:spPr>
          <a:xfrm>
            <a:off x="3130378" y="365125"/>
            <a:ext cx="996779" cy="4092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4"/>
          <p:cNvCxnSpPr/>
          <p:nvPr/>
        </p:nvCxnSpPr>
        <p:spPr>
          <a:xfrm flipH="1">
            <a:off x="2355061" y="630600"/>
            <a:ext cx="692939" cy="57665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34" name="Google Shape;134;p4"/>
          <p:cNvSpPr txBox="1"/>
          <p:nvPr/>
        </p:nvSpPr>
        <p:spPr>
          <a:xfrm>
            <a:off x="1161055" y="451191"/>
            <a:ext cx="15404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Sửa thành: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 BUỔI</a:t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2383893" y="4456061"/>
            <a:ext cx="1438464" cy="4092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1169293" y="5144234"/>
            <a:ext cx="15404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Sửa thành: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Buổi 7:</a:t>
            </a:r>
            <a:endParaRPr/>
          </a:p>
        </p:txBody>
      </p:sp>
      <p:cxnSp>
        <p:nvCxnSpPr>
          <p:cNvPr id="137" name="Google Shape;137;p4"/>
          <p:cNvCxnSpPr/>
          <p:nvPr/>
        </p:nvCxnSpPr>
        <p:spPr>
          <a:xfrm flipH="1">
            <a:off x="1657683" y="4711406"/>
            <a:ext cx="563694" cy="307774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b2590e534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fb2590e534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g3fb2590e53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05821"/>
            <a:ext cx="12191999" cy="4246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fb2590e534_0_0"/>
          <p:cNvSpPr/>
          <p:nvPr/>
        </p:nvSpPr>
        <p:spPr>
          <a:xfrm>
            <a:off x="6040100" y="3082950"/>
            <a:ext cx="3703800" cy="1908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g3fb2590e534_0_0"/>
          <p:cNvCxnSpPr/>
          <p:nvPr/>
        </p:nvCxnSpPr>
        <p:spPr>
          <a:xfrm flipH="1" rot="10800000">
            <a:off x="9105869" y="2775018"/>
            <a:ext cx="387300" cy="15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47" name="Google Shape;147;g3fb2590e534_0_0"/>
          <p:cNvSpPr txBox="1"/>
          <p:nvPr/>
        </p:nvSpPr>
        <p:spPr>
          <a:xfrm>
            <a:off x="9794400" y="2188775"/>
            <a:ext cx="25122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 muốn thêm 1 text box như này ạ: </a:t>
            </a:r>
            <a:b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b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Gia nhập CLB</a:t>
            </a:r>
            <a:b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Cơ hội kết nối và hỏi đáp cùng chuyên gia miễn phí trong 02 tháng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53" name="Google Shape;153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39042"/>
            <a:ext cx="12192000" cy="5253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5"/>
          <p:cNvSpPr/>
          <p:nvPr/>
        </p:nvSpPr>
        <p:spPr>
          <a:xfrm>
            <a:off x="3772930" y="4176584"/>
            <a:ext cx="1779373" cy="238897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5"/>
          <p:cNvCxnSpPr/>
          <p:nvPr/>
        </p:nvCxnSpPr>
        <p:spPr>
          <a:xfrm rot="10800000">
            <a:off x="3278659" y="4291914"/>
            <a:ext cx="428368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56" name="Google Shape;156;p5"/>
          <p:cNvSpPr txBox="1"/>
          <p:nvPr/>
        </p:nvSpPr>
        <p:spPr>
          <a:xfrm>
            <a:off x="1795849" y="3865958"/>
            <a:ext cx="15981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Đổi ngày: 30/09/2026</a:t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3772930" y="4716163"/>
            <a:ext cx="1779373" cy="391296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1795849" y="4643272"/>
            <a:ext cx="15981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Đổi thành:</a:t>
            </a:r>
            <a:b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Online (Zoom)</a:t>
            </a:r>
            <a:endParaRPr/>
          </a:p>
        </p:txBody>
      </p:sp>
      <p:cxnSp>
        <p:nvCxnSpPr>
          <p:cNvPr id="159" name="Google Shape;159;p5"/>
          <p:cNvCxnSpPr/>
          <p:nvPr/>
        </p:nvCxnSpPr>
        <p:spPr>
          <a:xfrm rot="10800000">
            <a:off x="3278659" y="4882979"/>
            <a:ext cx="428368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60" name="Google Shape;160;p5"/>
          <p:cNvSpPr/>
          <p:nvPr/>
        </p:nvSpPr>
        <p:spPr>
          <a:xfrm>
            <a:off x="6544962" y="4291914"/>
            <a:ext cx="1779373" cy="391296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5"/>
          <p:cNvCxnSpPr/>
          <p:nvPr/>
        </p:nvCxnSpPr>
        <p:spPr>
          <a:xfrm>
            <a:off x="8670325" y="4502005"/>
            <a:ext cx="630194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62" name="Google Shape;162;p5"/>
          <p:cNvSpPr txBox="1"/>
          <p:nvPr/>
        </p:nvSpPr>
        <p:spPr>
          <a:xfrm>
            <a:off x="9399373" y="4115998"/>
            <a:ext cx="279262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Đổi thành:</a:t>
            </a:r>
            <a:b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Đăng ký sớm trước 26/09/2026 hoặc nhóm 3 người, chỉ còn 3.200.000đ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2026-09-03T10:42:24Z</dcterms:created>
  <dc:creator>Anika Vallee</dc:creator>
</cp:coreProperties>
</file>